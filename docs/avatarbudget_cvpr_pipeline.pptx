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sldIdLst>
    <p:sldId id="257" r:id="rId1"/>
    <p:sldId id="258" r:id="rId2"/>
    <p:sldId id="259" r:id="rId3"/>
    <p:sldId id="260" r:id="rId4"/>
  </p:sldIdLst>
  <p:sldSz cx="12192000" cy="6858000" type="wide"/>
  <p:notesSz cx="6858000" cy="9144000"/>
  <p:defaultTextStyle>
    <a:defPPr>
      <a:defRPr lang="en-US"/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_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vatarBudget">
  <a:themeElements>
    <a:clrScheme name="AvatarBudget">
      <a:dk1>
        <a:srgbClr val="101820"/>
      </a:dk1>
      <a:lt1>
        <a:srgbClr val="FBFCFE"/>
      </a:lt1>
      <a:dk2>
        <a:srgbClr val="26323F"/>
      </a:dk2>
      <a:lt2>
        <a:srgbClr val="EEF2F6"/>
      </a:lt2>
      <a:accent1>
        <a:srgbClr val="1D5FD1"/>
      </a:accent1>
      <a:accent2>
        <a:srgbClr val="118C80"/>
      </a:accent2>
      <a:accent3>
        <a:srgbClr val="D98C00"/>
      </a:accent3>
      <a:accent4>
        <a:srgbClr val="C73A3A"/>
      </a:accent4>
      <a:accent5>
        <a:srgbClr val="7A4CC2"/>
      </a:accent5>
      <a:accent6>
        <a:srgbClr val="2C8A42"/>
      </a:accent6>
      <a:hlink>
        <a:srgbClr val="1D5FD1"/>
      </a:hlink>
      <a:folHlink>
        <a:srgbClr val="7A4CC2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4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AvatarBudget CVPR Pipeline</dc:title>
  <dc:creator>Codex</dc:creator>
  <cp:lastModifiedBy>Codex</cp:lastModifiedBy>
</cp:coreProperties>
</file>